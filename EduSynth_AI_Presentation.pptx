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📘 EduSynth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Educational Platform</a:t>
            </a:r>
          </a:p>
          <a:p/>
          <a:p>
            <a:r>
              <a:t>Transforming Education with Artificial Intelligence</a:t>
            </a:r>
          </a:p>
          <a:p/>
          <a:p>
            <a:r>
              <a:t>Presented by: Veera Chaitanya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AI-powered educational platform that transforms content into actionable learning experiences</a:t>
            </a:r>
          </a:p>
          <a:p>
            <a:r>
              <a:t>• Multi-format content analysis: PDFs, YouTube videos, websites</a:t>
            </a:r>
          </a:p>
          <a:p>
            <a:r>
              <a:t>• Interactive learning tools: AI chatbots, quiz generation, summaries</a:t>
            </a:r>
          </a:p>
          <a:p>
            <a:r>
              <a:t>• Student-focused design with mobile-responsive interface</a:t>
            </a:r>
          </a:p>
          <a:p>
            <a:r>
              <a:t>• Real-time AI assistance for educational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📚 Educational Challenges We Solve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Information Overload: Students struggle with vast amounts of content</a:t>
            </a:r>
          </a:p>
          <a:p>
            <a:r>
              <a:t>• Time Constraints: Limited time to process lengthy documents/videos</a:t>
            </a:r>
          </a:p>
          <a:p>
            <a:r>
              <a:t>• Passive Learning: Traditional methods lack interactivity</a:t>
            </a:r>
          </a:p>
          <a:p>
            <a:r>
              <a:t>• Content Accessibility: Difficulty extracting key information quickly</a:t>
            </a:r>
          </a:p>
          <a:p>
            <a:r>
              <a:t>• Assessment Gaps: Limited practice questions and self-evaluation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Core 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📄 PDF Document Analysis - Upload, analyze, chat with documents</a:t>
            </a:r>
          </a:p>
          <a:p>
            <a:r>
              <a:t>2. 🎥 YouTube Video Analysis - Transcript extraction and summarization</a:t>
            </a:r>
          </a:p>
          <a:p>
            <a:r>
              <a:t>3. 🌐 Website Content Analysis - Smart web scraping and summarization</a:t>
            </a:r>
          </a:p>
          <a:p>
            <a:r>
              <a:t>4. 🧠 AI Quiz Generation - 30-question quizzes with instant feedback</a:t>
            </a:r>
          </a:p>
          <a:p>
            <a:r>
              <a:t>5. 💬 Interactive AI Chatbot - Context-aware Q&amp;A system</a:t>
            </a:r>
          </a:p>
          <a:p>
            <a:r>
              <a:t>6. 👤 User Management - Secure authentication and activity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📄 PDF Document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Capabilities:</a:t>
            </a:r>
          </a:p>
          <a:p>
            <a:r>
              <a:t>• Text Extraction using PyPDF2</a:t>
            </a:r>
          </a:p>
          <a:p>
            <a:r>
              <a:t>• AI-Powered Summarization with structured formatting</a:t>
            </a:r>
          </a:p>
          <a:p>
            <a:r>
              <a:t>• Interactive Chatbot for document Q&amp;A</a:t>
            </a:r>
          </a:p>
          <a:p>
            <a:r>
              <a:t>• RAG Implementation for accurate responses</a:t>
            </a:r>
          </a:p>
          <a:p>
            <a:r>
              <a:t>• PDF Summary Download feature</a:t>
            </a:r>
          </a:p>
          <a:p/>
          <a:p>
            <a:r>
              <a:t>Benefits:</a:t>
            </a:r>
          </a:p>
          <a:p>
            <a:r>
              <a:t>• Quick understanding of lengthy documents</a:t>
            </a:r>
          </a:p>
          <a:p>
            <a:r>
              <a:t>• Interactive learning experience</a:t>
            </a:r>
          </a:p>
          <a:p>
            <a:r>
              <a:t>• Downloadable summaries for offline study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🎥 Video Content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Features:</a:t>
            </a:r>
          </a:p>
          <a:p>
            <a:r>
              <a:t>• Automatic Transcript Extraction (multiple languages)</a:t>
            </a:r>
          </a:p>
          <a:p>
            <a:r>
              <a:t>• Video Information Display (title, views, duration)</a:t>
            </a:r>
          </a:p>
          <a:p>
            <a:r>
              <a:t>• AI-Generated Summaries in structured format</a:t>
            </a:r>
          </a:p>
          <a:p>
            <a:r>
              <a:t>• Interactive Chat about video content</a:t>
            </a:r>
          </a:p>
          <a:p>
            <a:r>
              <a:t>• Fallback Support for videos without transcripts</a:t>
            </a:r>
          </a:p>
          <a:p/>
          <a:p>
            <a:r>
              <a:t>Use Cases:</a:t>
            </a:r>
          </a:p>
          <a:p>
            <a:r>
              <a:t>• Educational video analysis</a:t>
            </a:r>
          </a:p>
          <a:p>
            <a:r>
              <a:t>• Lecture summarization</a:t>
            </a:r>
          </a:p>
          <a:p>
            <a:r>
              <a:t>• Quick content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🌐 Web Content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Multi-Method Approach:</a:t>
            </a:r>
          </a:p>
          <a:p>
            <a:r>
              <a:t>• ScrapingBee API for reliable extraction</a:t>
            </a:r>
          </a:p>
          <a:p>
            <a:r>
              <a:t>• Jina Reader API for clean content</a:t>
            </a:r>
          </a:p>
          <a:p>
            <a:r>
              <a:t>• Direct HTML Parsing with multiple user agents</a:t>
            </a:r>
          </a:p>
          <a:p>
            <a:r>
              <a:t>• Image Extraction and display</a:t>
            </a:r>
          </a:p>
          <a:p>
            <a:r>
              <a:t>• Smart Content Filtering</a:t>
            </a:r>
          </a:p>
          <a:p/>
          <a:p>
            <a:r>
              <a:t>Output:</a:t>
            </a:r>
          </a:p>
          <a:p>
            <a:r>
              <a:t>• Structured summaries with key points</a:t>
            </a:r>
          </a:p>
          <a:p>
            <a:r>
              <a:t>• Relevant images from the website</a:t>
            </a:r>
          </a:p>
          <a:p>
            <a:r>
              <a:t>• Educational takeaways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Intelligent Assessment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Quiz Features:</a:t>
            </a:r>
          </a:p>
          <a:p>
            <a:r>
              <a:t>• 30 Multiple Choice Questions per topic</a:t>
            </a:r>
          </a:p>
          <a:p>
            <a:r>
              <a:t>• Pagination System (5 questions per page)</a:t>
            </a:r>
          </a:p>
          <a:p>
            <a:r>
              <a:t>• Instant Feedback with color coding</a:t>
            </a:r>
          </a:p>
          <a:p>
            <a:r>
              <a:t>• Correct Answer Display for wrong responses</a:t>
            </a:r>
          </a:p>
          <a:p>
            <a:r>
              <a:t>• Score Calculation with percentage</a:t>
            </a:r>
          </a:p>
          <a:p/>
          <a:p>
            <a:r>
              <a:t>Educational Benefits:</a:t>
            </a:r>
          </a:p>
          <a:p>
            <a:r>
              <a:t>• Self-assessment capability</a:t>
            </a:r>
          </a:p>
          <a:p>
            <a:r>
              <a:t>• Topic reinforcement</a:t>
            </a:r>
          </a:p>
          <a:p>
            <a:r>
              <a:t>• Progress tracking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🛠️ 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</a:t>
            </a:r>
          </a:p>
          <a:p>
            <a:r>
              <a:t>• Flask - Python web framework</a:t>
            </a:r>
          </a:p>
          <a:p>
            <a:r>
              <a:t>• MySQL - Database management</a:t>
            </a:r>
          </a:p>
          <a:p>
            <a:r>
              <a:t>• Google Gemini AI - Natural language processing</a:t>
            </a:r>
          </a:p>
          <a:p>
            <a:r>
              <a:t>• PyPDF2 - PDF processing</a:t>
            </a:r>
          </a:p>
          <a:p>
            <a:r>
              <a:t>• BeautifulSoup - Web scraping</a:t>
            </a:r>
          </a:p>
          <a:p/>
          <a:p>
            <a:r>
              <a:t>Frontend:</a:t>
            </a:r>
          </a:p>
          <a:p>
            <a:r>
              <a:t>• HTML5/CSS3 - Responsive design</a:t>
            </a:r>
          </a:p>
          <a:p>
            <a:r>
              <a:t>• JavaScript - Interactive functionality</a:t>
            </a:r>
          </a:p>
          <a:p>
            <a:r>
              <a:t>• Mobile-First Design - Hamburger navigation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🤖 AI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Google Gemini Integration:</a:t>
            </a:r>
          </a:p>
          <a:p>
            <a:r>
              <a:t>• Content Summarization with structured output</a:t>
            </a:r>
          </a:p>
          <a:p>
            <a:r>
              <a:t>• Question Answering with context awareness</a:t>
            </a:r>
          </a:p>
          <a:p>
            <a:r>
              <a:t>• Quiz Generation with educational focus</a:t>
            </a:r>
          </a:p>
          <a:p>
            <a:r>
              <a:t>• Chat Responses with natural language understanding</a:t>
            </a:r>
          </a:p>
          <a:p/>
          <a:p>
            <a:r>
              <a:t>RAG System:</a:t>
            </a:r>
          </a:p>
          <a:p>
            <a:r>
              <a:t>• Document Indexing for accurate retrieval</a:t>
            </a:r>
          </a:p>
          <a:p>
            <a:r>
              <a:t>• Keyword-based Search for relevant chunks</a:t>
            </a:r>
          </a:p>
          <a:p>
            <a:r>
              <a:t>• Context-aware Responses for better accuracy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🎨 Design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Mobile-Responsive Features:</a:t>
            </a:r>
          </a:p>
          <a:p>
            <a:r>
              <a:t>• Hamburger Navigation on all pages</a:t>
            </a:r>
          </a:p>
          <a:p>
            <a:r>
              <a:t>• Touch-friendly Interface for mobile devices</a:t>
            </a:r>
          </a:p>
          <a:p>
            <a:r>
              <a:t>• Consistent Orange Theme (#f59e0b)</a:t>
            </a:r>
          </a:p>
          <a:p>
            <a:r>
              <a:t>• Professional Layout with modern UI</a:t>
            </a:r>
          </a:p>
          <a:p>
            <a:r>
              <a:t>• Loading States for better user feedback</a:t>
            </a:r>
          </a:p>
          <a:p/>
          <a:p>
            <a:r>
              <a:t>Accessibility:</a:t>
            </a:r>
          </a:p>
          <a:p>
            <a:r>
              <a:t>• Clear Navigation structure</a:t>
            </a:r>
          </a:p>
          <a:p>
            <a:r>
              <a:t>• Readable Typography (Poppins &amp; Inter fonts)</a:t>
            </a:r>
          </a:p>
          <a:p>
            <a:r>
              <a:t>• Intuitive User Flow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🔒 Security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Security:</a:t>
            </a:r>
          </a:p>
          <a:p>
            <a:r>
              <a:t>• bcrypt Password Hashing for secure storage</a:t>
            </a:r>
          </a:p>
          <a:p>
            <a:r>
              <a:t>• Email Validation with format checking</a:t>
            </a:r>
          </a:p>
          <a:p>
            <a:r>
              <a:t>• OTP-based Password Reset system</a:t>
            </a:r>
          </a:p>
          <a:p>
            <a:r>
              <a:t>• Session Management with Flask sessions</a:t>
            </a:r>
          </a:p>
          <a:p>
            <a:r>
              <a:t>• Input Sanitization against vulnerabilities</a:t>
            </a:r>
          </a:p>
          <a:p/>
          <a:p>
            <a:r>
              <a:t>Data Protection:</a:t>
            </a:r>
          </a:p>
          <a:p>
            <a:r>
              <a:t>• Duplicate Prevention for email/mobile</a:t>
            </a:r>
          </a:p>
          <a:p>
            <a:r>
              <a:t>• Secure File Handling for uploads</a:t>
            </a:r>
          </a:p>
          <a:p>
            <a:r>
              <a:t>• Environment Variables for API keys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💾 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Management:</a:t>
            </a:r>
          </a:p>
          <a:p>
            <a:r>
              <a:t>users table: id, full_name, email, mobile, college, branch, year, language, password (hashed), created_at</a:t>
            </a:r>
          </a:p>
          <a:p/>
          <a:p>
            <a:r>
              <a:t>Activity Tracking:</a:t>
            </a:r>
          </a:p>
          <a:p>
            <a:r>
              <a:t>user_activity table: user_id, activity_type, title, description, created_at</a:t>
            </a:r>
          </a:p>
          <a:p/>
          <a:p>
            <a:r>
              <a:t>Features:</a:t>
            </a:r>
          </a:p>
          <a:p>
            <a:r>
              <a:t>• Activity History tracking</a:t>
            </a:r>
          </a:p>
          <a:p>
            <a:r>
              <a:t>• User Profile management</a:t>
            </a:r>
          </a:p>
          <a:p>
            <a:r>
              <a:t>• Secure Data Storage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⚡ Technical 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 1: API Rate Limits</a:t>
            </a:r>
          </a:p>
          <a:p>
            <a:r>
              <a:t>Solution: Implemented fallback responses and quota management</a:t>
            </a:r>
          </a:p>
          <a:p/>
          <a:p>
            <a:r>
              <a:t>Challenge 2: Web Scraping Reliability</a:t>
            </a:r>
          </a:p>
          <a:p>
            <a:r>
              <a:t>Solution: Multi-method approach with 4 different techniques</a:t>
            </a:r>
          </a:p>
          <a:p/>
          <a:p>
            <a:r>
              <a:t>Challenge 3: Mobile Responsiveness</a:t>
            </a:r>
          </a:p>
          <a:p>
            <a:r>
              <a:t>Solution: Mobile-first design with hamburger navigation</a:t>
            </a:r>
          </a:p>
          <a:p/>
          <a:p>
            <a:r>
              <a:t>Challenge 4: Content Processing</a:t>
            </a:r>
          </a:p>
          <a:p>
            <a:r>
              <a:t>Solution: RAG system for accurate document Q&amp;A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Project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Achievements:</a:t>
            </a:r>
          </a:p>
          <a:p>
            <a:r>
              <a:t>• Multi-format Content Processing (PDF, Video, Web)</a:t>
            </a:r>
          </a:p>
          <a:p>
            <a:r>
              <a:t>• Real-time AI Integration with Google Gemini</a:t>
            </a:r>
          </a:p>
          <a:p>
            <a:r>
              <a:t>• Responsive Design across all devices</a:t>
            </a:r>
          </a:p>
          <a:p>
            <a:r>
              <a:t>• Secure User Management system</a:t>
            </a:r>
          </a:p>
          <a:p>
            <a:r>
              <a:t>• Interactive Learning Tools</a:t>
            </a:r>
          </a:p>
          <a:p/>
          <a:p>
            <a:r>
              <a:t>Educational Impact:</a:t>
            </a:r>
          </a:p>
          <a:p>
            <a:r>
              <a:t>• Time-saving content analysis</a:t>
            </a:r>
          </a:p>
          <a:p>
            <a:r>
              <a:t>• Enhanced Learning through AI interaction</a:t>
            </a:r>
          </a:p>
          <a:p>
            <a:r>
              <a:t>• Self-assessment capabilities</a:t>
            </a:r>
          </a:p>
          <a:p>
            <a:r>
              <a:t>• Mobile Learning support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Future Enhancements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Planned Features:</a:t>
            </a:r>
          </a:p>
          <a:p>
            <a:r>
              <a:t>• Multi-language Support for global accessibility</a:t>
            </a:r>
          </a:p>
          <a:p>
            <a:r>
              <a:t>• Advanced Analytics for learning insights</a:t>
            </a:r>
          </a:p>
          <a:p>
            <a:r>
              <a:t>• Collaborative Features for group study</a:t>
            </a:r>
          </a:p>
          <a:p>
            <a:r>
              <a:t>• Mobile App Development</a:t>
            </a:r>
          </a:p>
          <a:p>
            <a:r>
              <a:t>• Integration with LMS platforms</a:t>
            </a:r>
          </a:p>
          <a:p/>
          <a:p>
            <a:r>
              <a:t>Conclusion:</a:t>
            </a:r>
          </a:p>
          <a:p>
            <a:r>
              <a:t>• EduSynth AI successfully transforms traditional learning</a:t>
            </a:r>
          </a:p>
          <a:p>
            <a:r>
              <a:t>• AI-powered tools enhance educational experience</a:t>
            </a:r>
          </a:p>
          <a:p>
            <a:r>
              <a:t>• Scalable architecture for future growth</a:t>
            </a:r>
          </a:p>
          <a:p>
            <a:r>
              <a:t>• Student-centric design improves accessibility</a:t>
            </a:r>
          </a:p>
          <a:p/>
          <a:p>
            <a:r>
              <a:t>Thank You!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